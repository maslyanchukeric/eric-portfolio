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6780C5-2625-4DB0-9174-CCE46758E175}" v="1" dt="2026-03-04T14:19:12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billow" userId="80c6901a00b472fc" providerId="LiveId" clId="{0BE51010-B258-4B84-9833-D94740DDFD46}"/>
    <pc:docChg chg="custSel addSld modSld">
      <pc:chgData name="Isaac billow" userId="80c6901a00b472fc" providerId="LiveId" clId="{0BE51010-B258-4B84-9833-D94740DDFD46}" dt="2026-03-04T14:24:51.894" v="53" actId="1076"/>
      <pc:docMkLst>
        <pc:docMk/>
      </pc:docMkLst>
      <pc:sldChg chg="addSp delSp modSp mod">
        <pc:chgData name="Isaac billow" userId="80c6901a00b472fc" providerId="LiveId" clId="{0BE51010-B258-4B84-9833-D94740DDFD46}" dt="2026-03-04T14:19:08.489" v="9" actId="1076"/>
        <pc:sldMkLst>
          <pc:docMk/>
          <pc:sldMk cId="1165688574" sldId="265"/>
        </pc:sldMkLst>
        <pc:spChg chg="add del mod">
          <ac:chgData name="Isaac billow" userId="80c6901a00b472fc" providerId="LiveId" clId="{0BE51010-B258-4B84-9833-D94740DDFD46}" dt="2026-03-04T14:18:51.886" v="7" actId="478"/>
          <ac:spMkLst>
            <pc:docMk/>
            <pc:sldMk cId="1165688574" sldId="265"/>
            <ac:spMk id="3" creationId="{1FA04E1A-715E-E77B-0325-795ADF0AA03D}"/>
          </ac:spMkLst>
        </pc:spChg>
        <pc:picChg chg="del mod">
          <ac:chgData name="Isaac billow" userId="80c6901a00b472fc" providerId="LiveId" clId="{0BE51010-B258-4B84-9833-D94740DDFD46}" dt="2026-03-04T14:18:25.327" v="2" actId="21"/>
          <ac:picMkLst>
            <pc:docMk/>
            <pc:sldMk cId="1165688574" sldId="265"/>
            <ac:picMk id="10" creationId="{66A2D6D3-282C-C719-1F5E-B4C9F11B74BF}"/>
          </ac:picMkLst>
        </pc:picChg>
        <pc:picChg chg="mod">
          <ac:chgData name="Isaac billow" userId="80c6901a00b472fc" providerId="LiveId" clId="{0BE51010-B258-4B84-9833-D94740DDFD46}" dt="2026-03-04T14:19:08.489" v="9" actId="1076"/>
          <ac:picMkLst>
            <pc:docMk/>
            <pc:sldMk cId="1165688574" sldId="265"/>
            <ac:picMk id="12" creationId="{E352EB6C-F989-C6BB-CB3F-B7E7DA349F3B}"/>
          </ac:picMkLst>
        </pc:picChg>
      </pc:sldChg>
      <pc:sldChg chg="addSp delSp modSp new mod">
        <pc:chgData name="Isaac billow" userId="80c6901a00b472fc" providerId="LiveId" clId="{0BE51010-B258-4B84-9833-D94740DDFD46}" dt="2026-03-04T14:24:51.894" v="53" actId="1076"/>
        <pc:sldMkLst>
          <pc:docMk/>
          <pc:sldMk cId="4170387049" sldId="266"/>
        </pc:sldMkLst>
        <pc:spChg chg="mod">
          <ac:chgData name="Isaac billow" userId="80c6901a00b472fc" providerId="LiveId" clId="{0BE51010-B258-4B84-9833-D94740DDFD46}" dt="2026-03-04T14:24:21.778" v="49" actId="122"/>
          <ac:spMkLst>
            <pc:docMk/>
            <pc:sldMk cId="4170387049" sldId="266"/>
            <ac:spMk id="2" creationId="{8364A0CE-85DF-B524-B0ED-CF680BD7F72B}"/>
          </ac:spMkLst>
        </pc:spChg>
        <pc:spChg chg="del">
          <ac:chgData name="Isaac billow" userId="80c6901a00b472fc" providerId="LiveId" clId="{0BE51010-B258-4B84-9833-D94740DDFD46}" dt="2026-03-04T14:18:38.061" v="3" actId="478"/>
          <ac:spMkLst>
            <pc:docMk/>
            <pc:sldMk cId="4170387049" sldId="266"/>
            <ac:spMk id="3" creationId="{790E68BD-B487-B6CC-5428-B45AD5C630D9}"/>
          </ac:spMkLst>
        </pc:spChg>
        <pc:spChg chg="del">
          <ac:chgData name="Isaac billow" userId="80c6901a00b472fc" providerId="LiveId" clId="{0BE51010-B258-4B84-9833-D94740DDFD46}" dt="2026-03-04T14:18:38.919" v="4" actId="478"/>
          <ac:spMkLst>
            <pc:docMk/>
            <pc:sldMk cId="4170387049" sldId="266"/>
            <ac:spMk id="4" creationId="{55E7D4FC-C1E1-E5FF-0C19-F2B759E5AF22}"/>
          </ac:spMkLst>
        </pc:spChg>
        <pc:spChg chg="del">
          <ac:chgData name="Isaac billow" userId="80c6901a00b472fc" providerId="LiveId" clId="{0BE51010-B258-4B84-9833-D94740DDFD46}" dt="2026-03-04T14:18:41.779" v="5" actId="478"/>
          <ac:spMkLst>
            <pc:docMk/>
            <pc:sldMk cId="4170387049" sldId="266"/>
            <ac:spMk id="5" creationId="{D810899C-5222-2DE4-F39B-6840325DC974}"/>
          </ac:spMkLst>
        </pc:spChg>
        <pc:spChg chg="del">
          <ac:chgData name="Isaac billow" userId="80c6901a00b472fc" providerId="LiveId" clId="{0BE51010-B258-4B84-9833-D94740DDFD46}" dt="2026-03-04T14:23:43.415" v="17" actId="478"/>
          <ac:spMkLst>
            <pc:docMk/>
            <pc:sldMk cId="4170387049" sldId="266"/>
            <ac:spMk id="6" creationId="{9EEBC398-A2AF-456A-7F9E-2960B034A6E2}"/>
          </ac:spMkLst>
        </pc:spChg>
        <pc:picChg chg="add mod">
          <ac:chgData name="Isaac billow" userId="80c6901a00b472fc" providerId="LiveId" clId="{0BE51010-B258-4B84-9833-D94740DDFD46}" dt="2026-03-04T14:24:51.894" v="53" actId="1076"/>
          <ac:picMkLst>
            <pc:docMk/>
            <pc:sldMk cId="4170387049" sldId="266"/>
            <ac:picMk id="4" creationId="{14E65ACE-0CB3-A392-26C6-E0473E309666}"/>
          </ac:picMkLst>
        </pc:picChg>
        <pc:picChg chg="add mod">
          <ac:chgData name="Isaac billow" userId="80c6901a00b472fc" providerId="LiveId" clId="{0BE51010-B258-4B84-9833-D94740DDFD46}" dt="2026-03-04T14:24:01.340" v="21" actId="1076"/>
          <ac:picMkLst>
            <pc:docMk/>
            <pc:sldMk cId="4170387049" sldId="266"/>
            <ac:picMk id="10" creationId="{66A2D6D3-282C-C719-1F5E-B4C9F11B74BF}"/>
          </ac:picMkLst>
        </pc:picChg>
      </pc:sldChg>
    </pc:docChg>
  </pc:docChgLst>
  <pc:docChgLst>
    <pc:chgData name="Eric Maslyanchuk" userId="9dd3fc9552e8eb3b" providerId="LiveId" clId="{166E3E96-B408-4980-8D62-B34BA3B2756A}"/>
    <pc:docChg chg="undo custSel modSld sldOrd">
      <pc:chgData name="Eric Maslyanchuk" userId="9dd3fc9552e8eb3b" providerId="LiveId" clId="{166E3E96-B408-4980-8D62-B34BA3B2756A}" dt="2026-02-24T19:44:45.154" v="1066"/>
      <pc:docMkLst>
        <pc:docMk/>
      </pc:docMkLst>
      <pc:sldChg chg="addSp modSp mod">
        <pc:chgData name="Eric Maslyanchuk" userId="9dd3fc9552e8eb3b" providerId="LiveId" clId="{166E3E96-B408-4980-8D62-B34BA3B2756A}" dt="2026-02-24T19:13:42.561" v="761" actId="20577"/>
        <pc:sldMkLst>
          <pc:docMk/>
          <pc:sldMk cId="268526464" sldId="257"/>
        </pc:sldMkLst>
        <pc:spChg chg="mod">
          <ac:chgData name="Eric Maslyanchuk" userId="9dd3fc9552e8eb3b" providerId="LiveId" clId="{166E3E96-B408-4980-8D62-B34BA3B2756A}" dt="2026-02-24T19:13:42.561" v="761" actId="20577"/>
          <ac:spMkLst>
            <pc:docMk/>
            <pc:sldMk cId="268526464" sldId="257"/>
            <ac:spMk id="7" creationId="{290E6C86-D8D2-436C-C667-CD1FC5609910}"/>
          </ac:spMkLst>
        </pc:spChg>
      </pc:sldChg>
      <pc:sldChg chg="addSp delSp modSp mod ord setBg">
        <pc:chgData name="Eric Maslyanchuk" userId="9dd3fc9552e8eb3b" providerId="LiveId" clId="{166E3E96-B408-4980-8D62-B34BA3B2756A}" dt="2026-02-24T19:44:45.154" v="1066"/>
        <pc:sldMkLst>
          <pc:docMk/>
          <pc:sldMk cId="3891254845" sldId="259"/>
        </pc:sldMkLst>
        <pc:spChg chg="mod">
          <ac:chgData name="Eric Maslyanchuk" userId="9dd3fc9552e8eb3b" providerId="LiveId" clId="{166E3E96-B408-4980-8D62-B34BA3B2756A}" dt="2026-02-24T19:43:53.270" v="1030" actId="26606"/>
          <ac:spMkLst>
            <pc:docMk/>
            <pc:sldMk cId="3891254845" sldId="259"/>
            <ac:spMk id="2" creationId="{40292CD3-D752-D213-9280-A99E32F69E4B}"/>
          </ac:spMkLst>
        </pc:spChg>
        <pc:spChg chg="mod">
          <ac:chgData name="Eric Maslyanchuk" userId="9dd3fc9552e8eb3b" providerId="LiveId" clId="{166E3E96-B408-4980-8D62-B34BA3B2756A}" dt="2026-02-24T19:44:16.750" v="1060" actId="313"/>
          <ac:spMkLst>
            <pc:docMk/>
            <pc:sldMk cId="3891254845" sldId="259"/>
            <ac:spMk id="3" creationId="{847A5E32-3B36-44D1-0647-612F1A4577C3}"/>
          </ac:spMkLst>
        </pc:spChg>
        <pc:picChg chg="mod">
          <ac:chgData name="Eric Maslyanchuk" userId="9dd3fc9552e8eb3b" providerId="LiveId" clId="{166E3E96-B408-4980-8D62-B34BA3B2756A}" dt="2026-02-24T19:44:34.068" v="1064" actId="1076"/>
          <ac:picMkLst>
            <pc:docMk/>
            <pc:sldMk cId="3891254845" sldId="259"/>
            <ac:picMk id="11" creationId="{E8F5B95A-4DEE-E298-06A0-5160766387F6}"/>
          </ac:picMkLst>
        </pc:picChg>
        <pc:picChg chg="add mod">
          <ac:chgData name="Eric Maslyanchuk" userId="9dd3fc9552e8eb3b" providerId="LiveId" clId="{166E3E96-B408-4980-8D62-B34BA3B2756A}" dt="2026-02-24T19:44:29.523" v="1063" actId="1076"/>
          <ac:picMkLst>
            <pc:docMk/>
            <pc:sldMk cId="3891254845" sldId="259"/>
            <ac:picMk id="17" creationId="{5FB28AE1-A590-79F2-EA15-4FE28D73B7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6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9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3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5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4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8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9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3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0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EC0C652-4DE1-40EF-9D2C-9B2DD9303A0B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92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1CD7-FE26-AD93-B4D2-6416C9C96C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World Wide Sports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F2C0C-D6F4-1F8B-A741-7CAC25DC60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Eric Maslyanchuk, Jake Gentry, Jorge Ortiz, Isaac Billow</a:t>
            </a:r>
          </a:p>
        </p:txBody>
      </p:sp>
    </p:spTree>
    <p:extLst>
      <p:ext uri="{BB962C8B-B14F-4D97-AF65-F5344CB8AC3E}">
        <p14:creationId xmlns:p14="http://schemas.microsoft.com/office/powerpoint/2010/main" val="140308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92CD3-D752-D213-9280-A99E32F69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Sports Data Collection and Integration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A5E32-3B36-44D1-0647-612F1A457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Collected PGA and NFL datasets from outside sources.</a:t>
            </a:r>
          </a:p>
          <a:p>
            <a:r>
              <a:rPr lang="en-US" dirty="0"/>
              <a:t>Raw CSV data was cleaned and prepared to be imported into a SQL Server table structure.</a:t>
            </a:r>
          </a:p>
          <a:p>
            <a:r>
              <a:rPr lang="en-US" dirty="0"/>
              <a:t>Loaded data into SSMS by  import flat file.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F5B95A-4DEE-E298-06A0-51607663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758" y="3814696"/>
            <a:ext cx="2096042" cy="28123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B28AE1-A590-79F2-EA15-4FE28D73B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842" y="3753167"/>
            <a:ext cx="3479706" cy="287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5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B862-EF9E-757E-E764-ACDF9E7C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Authentication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0E6C86-D8D2-436C-C667-CD1FC5609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completely  functional user authentication systems with SQL Servers, </a:t>
            </a:r>
            <a:r>
              <a:rPr lang="en-US" dirty="0" err="1"/>
              <a:t>TableAdapters</a:t>
            </a:r>
            <a:r>
              <a:rPr lang="en-US" dirty="0"/>
              <a:t>, and Window Forms. </a:t>
            </a:r>
          </a:p>
          <a:p>
            <a:pPr lvl="1"/>
            <a:r>
              <a:rPr lang="en-US" dirty="0"/>
              <a:t>Login form that uses a query called </a:t>
            </a:r>
            <a:r>
              <a:rPr lang="en-US" dirty="0" err="1"/>
              <a:t>CheckLogin</a:t>
            </a:r>
            <a:r>
              <a:rPr lang="en-US" dirty="0"/>
              <a:t> to verify login credentials.</a:t>
            </a:r>
          </a:p>
          <a:p>
            <a:pPr lvl="1"/>
            <a:r>
              <a:rPr lang="en-US" dirty="0"/>
              <a:t>Form called Create Account that lets users create new accounts.</a:t>
            </a:r>
          </a:p>
          <a:p>
            <a:r>
              <a:rPr lang="en-US" dirty="0" err="1"/>
              <a:t>CheckUsername</a:t>
            </a:r>
            <a:r>
              <a:rPr lang="en-US" dirty="0"/>
              <a:t> is a </a:t>
            </a:r>
            <a:r>
              <a:rPr lang="en-US" u="sng" dirty="0"/>
              <a:t>count</a:t>
            </a:r>
            <a:r>
              <a:rPr lang="en-US" dirty="0"/>
              <a:t> query that prevents duplicate usernames.</a:t>
            </a:r>
          </a:p>
          <a:p>
            <a:r>
              <a:rPr lang="en-US" dirty="0" err="1"/>
              <a:t>CreateUser</a:t>
            </a:r>
            <a:r>
              <a:rPr lang="en-US" dirty="0"/>
              <a:t> is a secure database insert action that uses an </a:t>
            </a:r>
            <a:r>
              <a:rPr lang="en-US" u="sng" dirty="0"/>
              <a:t>insert</a:t>
            </a:r>
            <a:r>
              <a:rPr lang="en-US" dirty="0"/>
              <a:t> query </a:t>
            </a:r>
          </a:p>
          <a:p>
            <a:r>
              <a:rPr lang="en-US" dirty="0"/>
              <a:t>Strong password standards are used, data integrity is guaranteed, and duplicate users are prevented.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26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CD3E0A-B6D8-20E6-7FD6-47C30F82D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606" y="1788582"/>
            <a:ext cx="5291666" cy="32808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B60336-3D80-2679-CC96-B770B5FBE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29" y="2006864"/>
            <a:ext cx="5291667" cy="28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2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5B30-7ACF-9C8A-DFE7-7BACB71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Seamless Main Page &amp; User Preferences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5DCD9-0FBD-4AEA-0DA6-FD8E3E9AD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Page is connected to every other form, and saves the users favorite NFL team and PGA Player</a:t>
            </a:r>
          </a:p>
          <a:p>
            <a:pPr lvl="1"/>
            <a:r>
              <a:rPr lang="en-US" sz="1600" dirty="0"/>
              <a:t>For every other form in this application, it is run through the main page acting as a home page for users</a:t>
            </a:r>
          </a:p>
          <a:p>
            <a:pPr lvl="1"/>
            <a:r>
              <a:rPr lang="en-US" sz="1600" dirty="0"/>
              <a:t>First the user must have a successful login to set their account using the </a:t>
            </a:r>
            <a:r>
              <a:rPr lang="en-US" sz="1600" dirty="0" err="1"/>
              <a:t>SetAccount</a:t>
            </a:r>
            <a:r>
              <a:rPr lang="en-US" sz="1600" dirty="0"/>
              <a:t> method storing the userId and username in a local variable to use the main page</a:t>
            </a:r>
          </a:p>
          <a:p>
            <a:r>
              <a:rPr lang="en-US" dirty="0"/>
              <a:t>Saving the users NFL team and PGA player</a:t>
            </a:r>
          </a:p>
          <a:p>
            <a:pPr lvl="1"/>
            <a:r>
              <a:rPr lang="en-US" sz="1600" dirty="0"/>
              <a:t>On form load, the NFL and PGA data is pulled from the database into a </a:t>
            </a:r>
            <a:r>
              <a:rPr lang="en-US" sz="1600" dirty="0" err="1"/>
              <a:t>DataSet</a:t>
            </a:r>
            <a:r>
              <a:rPr lang="en-US" sz="1600" dirty="0"/>
              <a:t> using </a:t>
            </a:r>
            <a:r>
              <a:rPr lang="en-US" sz="1600" dirty="0" err="1"/>
              <a:t>TableAdapters</a:t>
            </a:r>
            <a:r>
              <a:rPr lang="en-US" sz="1600" dirty="0"/>
              <a:t>, then the NFL teams and PGA Players are loaded both being bound to their combo boxes.</a:t>
            </a:r>
          </a:p>
          <a:p>
            <a:pPr lvl="1"/>
            <a:r>
              <a:rPr lang="en-US" sz="1600" dirty="0"/>
              <a:t>The current user will save their favorite team and player which will be store in the favorite team and players table storing the </a:t>
            </a:r>
            <a:r>
              <a:rPr lang="en-US" sz="1600" dirty="0" err="1"/>
              <a:t>userId</a:t>
            </a:r>
            <a:r>
              <a:rPr lang="en-US" sz="1600" dirty="0"/>
              <a:t> and their choice</a:t>
            </a:r>
          </a:p>
          <a:p>
            <a:pPr lvl="1"/>
            <a:r>
              <a:rPr lang="en-US" sz="1600" dirty="0"/>
              <a:t>When saved the application will check the userId in the </a:t>
            </a:r>
            <a:r>
              <a:rPr lang="en-US" sz="1600" dirty="0" err="1"/>
              <a:t>FavoriteNFLTeams</a:t>
            </a:r>
            <a:r>
              <a:rPr lang="en-US" sz="1600" dirty="0"/>
              <a:t> or </a:t>
            </a:r>
            <a:r>
              <a:rPr lang="en-US" sz="1600" dirty="0" err="1"/>
              <a:t>FavoritePGAPlayers</a:t>
            </a:r>
            <a:r>
              <a:rPr lang="en-US" sz="1600" dirty="0"/>
              <a:t> tables and see if an insert query needs to insert for a new user or update the current user’s preference</a:t>
            </a:r>
          </a:p>
        </p:txBody>
      </p:sp>
    </p:spTree>
    <p:extLst>
      <p:ext uri="{BB962C8B-B14F-4D97-AF65-F5344CB8AC3E}">
        <p14:creationId xmlns:p14="http://schemas.microsoft.com/office/powerpoint/2010/main" val="106854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1E6822-39C7-02CF-F196-0EFE3E33F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2427944"/>
            <a:ext cx="3517119" cy="19959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13DB28-B45D-6FAF-B044-DEDADA4AF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6" y="2448735"/>
            <a:ext cx="3537345" cy="195438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C7B510E-0DFF-95F8-4B6F-57A1BC106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336" y="2427945"/>
            <a:ext cx="3517120" cy="199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8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570B-BA7D-E33F-E959-090A456C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Fixtures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A2F0E-6537-7735-0E33-9032AAA04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upcoming fixtures for NFL Games and PGA Tournaments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Used the </a:t>
            </a:r>
            <a:r>
              <a:rPr lang="en-US" dirty="0" err="1"/>
              <a:t>NFLGames</a:t>
            </a:r>
            <a:r>
              <a:rPr lang="en-US" dirty="0"/>
              <a:t> class and the </a:t>
            </a:r>
            <a:r>
              <a:rPr lang="en-US" dirty="0" err="1"/>
              <a:t>PGAPlayerStats</a:t>
            </a:r>
            <a:r>
              <a:rPr lang="en-US" dirty="0"/>
              <a:t> class to hold the data pulled from the database using </a:t>
            </a:r>
            <a:r>
              <a:rPr lang="en-US" dirty="0" err="1"/>
              <a:t>TableAdapters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Used LINQ to filter the </a:t>
            </a:r>
            <a:r>
              <a:rPr lang="en-US" dirty="0" err="1"/>
              <a:t>NFL_Games</a:t>
            </a:r>
            <a:r>
              <a:rPr lang="en-US" dirty="0"/>
              <a:t> table for only Week 1 of the 2025 season, and mapped each row to </a:t>
            </a:r>
            <a:r>
              <a:rPr lang="en-US" dirty="0" err="1"/>
              <a:t>NFLGames</a:t>
            </a:r>
            <a:r>
              <a:rPr lang="en-US" dirty="0"/>
              <a:t> object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Used LINQ to filter the PGA_ALL_TOURNAMENTS table for only 2025 tournaments, and making sure duplicates were removed</a:t>
            </a:r>
          </a:p>
        </p:txBody>
      </p:sp>
    </p:spTree>
    <p:extLst>
      <p:ext uri="{BB962C8B-B14F-4D97-AF65-F5344CB8AC3E}">
        <p14:creationId xmlns:p14="http://schemas.microsoft.com/office/powerpoint/2010/main" val="4275203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34102B-1A56-BF50-FFFB-E32FA5A8D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008" y="643466"/>
            <a:ext cx="679398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46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FB21-731D-44EA-D052-1F6CB929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PGA &amp; NFL Detailed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C6199-A27C-F4C4-ECF3-BB627A112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Made NFL &amp; PGA Player and Games Classes to contain data from the database </a:t>
            </a:r>
          </a:p>
          <a:p>
            <a:r>
              <a:rPr lang="en-US" dirty="0"/>
              <a:t>Filled Combo box from list of teams and abbreviations from the main form</a:t>
            </a:r>
          </a:p>
          <a:p>
            <a:r>
              <a:rPr lang="en-US" dirty="0"/>
              <a:t>Filled PGA combo box using player names in the PGA tables</a:t>
            </a:r>
          </a:p>
          <a:p>
            <a:r>
              <a:rPr lang="en-US" dirty="0"/>
              <a:t>Used LINQ to get every game that the selected team was the home team &amp; compared the team selected to players from players table</a:t>
            </a:r>
          </a:p>
          <a:p>
            <a:r>
              <a:rPr lang="en-US" dirty="0"/>
              <a:t>Used LINQ to get any team that was favorited using the users sign in 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899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352EB6C-F989-C6BB-CB3F-B7E7DA349F3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3504406" y="583230"/>
            <a:ext cx="5183188" cy="569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88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A0CE-85DF-B524-B0ED-CF680BD7F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236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Before &amp; After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6A2D6D3-282C-C719-1F5E-B4C9F11B74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02892" y="1893206"/>
            <a:ext cx="4351838" cy="48021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E65ACE-0CB3-A392-26C6-E0473E309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299" y="2370757"/>
            <a:ext cx="7087274" cy="384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387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208</TotalTime>
  <Words>480</Words>
  <Application>Microsoft Office PowerPoint</Application>
  <PresentationFormat>Widescreen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World Wide Sports</vt:lpstr>
      <vt:lpstr>Sports Data Collection and Integration</vt:lpstr>
      <vt:lpstr>User Authentication</vt:lpstr>
      <vt:lpstr>PowerPoint Presentation</vt:lpstr>
      <vt:lpstr>Seamless Main Page &amp; User Preferences</vt:lpstr>
      <vt:lpstr>PowerPoint Presentation</vt:lpstr>
      <vt:lpstr>Upcoming Fixtures</vt:lpstr>
      <vt:lpstr>PowerPoint Presentation</vt:lpstr>
      <vt:lpstr>PGA &amp; NFL Detailed View</vt:lpstr>
      <vt:lpstr>PowerPoint Presentation</vt:lpstr>
      <vt:lpstr>Before &amp; After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Maslyanchuk</dc:creator>
  <cp:lastModifiedBy>Isaac billow</cp:lastModifiedBy>
  <cp:revision>5</cp:revision>
  <dcterms:created xsi:type="dcterms:W3CDTF">2026-02-24T18:13:26Z</dcterms:created>
  <dcterms:modified xsi:type="dcterms:W3CDTF">2026-03-04T14:24:59Z</dcterms:modified>
</cp:coreProperties>
</file>